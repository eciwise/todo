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Modelo C4 — Nivel 1: Contexto del Sistema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Visión de alto nivel: actores y sistemas que interactúan con ECIWISE-TODO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Muestra el sistema como una caja negra dentro de su entorno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Identifica al usuario final y a los sistemas externos (frontend y emisor de identidad)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C4 · Nivel 1 — Diagrama de Contexto del Sistema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ECIWISE-TODO visto como caja negra: quién lo usa y con qué sistemas se relaciona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C4 Nivel 1 · Contexto · Junio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78100"/>
            <a:ext cx="2103120" cy="960120"/>
          </a:xfrm>
          <a:prstGeom prst="roundRect">
            <a:avLst/>
          </a:prstGeom>
          <a:solidFill>
            <a:srgbClr val="08427B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Estudiante ECI</a:t>
            </a:r>
          </a:p>
          <a:p>
            <a:pPr algn="ctr"/>
            <a:r>
              <a:rPr sz="800" b="0" i="1">
                <a:solidFill>
                  <a:srgbClr val="CFE0F0"/>
                </a:solidFill>
                <a:latin typeface="Calibri"/>
              </a:rPr>
              <a:t>[Persona]</a:t>
            </a:r>
          </a:p>
          <a:p>
            <a:pPr algn="ctr"/>
            <a:r>
              <a:rPr sz="850" b="0" i="0">
                <a:solidFill>
                  <a:srgbClr val="E6EEF7"/>
                </a:solidFill>
                <a:latin typeface="Calibri"/>
              </a:rPr>
              <a:t>Organiza sus tareas académicas, las planifica en agenda y consulta su progreso</a:t>
            </a:r>
          </a:p>
        </p:txBody>
      </p:sp>
      <p:sp>
        <p:nvSpPr>
          <p:cNvPr id="6" name="Oval 5"/>
          <p:cNvSpPr/>
          <p:nvPr/>
        </p:nvSpPr>
        <p:spPr>
          <a:xfrm>
            <a:off x="1425549" y="1554480"/>
            <a:ext cx="715060" cy="715060"/>
          </a:xfrm>
          <a:prstGeom prst="ellipse">
            <a:avLst/>
          </a:prstGeom>
          <a:solidFill>
            <a:srgbClr val="08427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1691640"/>
            <a:ext cx="2834640" cy="137160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ECIWISE Web App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[Sistema de software: SPA Angular]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Interfaz gráfica de tareas, agenda y estadísticas (http://localhost:4200)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4206240"/>
            <a:ext cx="3108960" cy="1600200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ECIWISE-TODO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[Sistema de software]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Microservicio de tareas y planificación: CRUD de tareas, subtareas, categorías, etiquetas, agenda con recurrencias, estadísticas y logros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91640"/>
            <a:ext cx="2834640" cy="137160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ECIWISE Auth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[Sistema de software externo]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Emisor de identidad: autentica al usuario y firma el JWT (HS256) con id, rol, email y nombre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880360" y="2423160"/>
            <a:ext cx="1325880" cy="18288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2057400"/>
            <a:ext cx="17373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Usa
[HTTPS]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063240"/>
            <a:ext cx="0" cy="114300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0" y="3429000"/>
            <a:ext cx="22860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Calibri"/>
              </a:rPr>
              <a:t>Consume la API REST
[JSON/HTTPS + Bearer JWT]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0" y="2377440"/>
            <a:ext cx="1463040" cy="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86600" y="2011680"/>
            <a:ext cx="137160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Obtiene JWT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178040" y="3063240"/>
            <a:ext cx="1600200" cy="1280160"/>
          </a:xfrm>
          <a:prstGeom prst="line">
            <a:avLst/>
          </a:prstGeom>
          <a:ln w="1905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0" y="3566160"/>
            <a:ext cx="26517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Calibri"/>
              </a:rPr>
              <a:t>Confía en los tokens emitidos
[secreto compartido HS256]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5120640"/>
            <a:ext cx="233172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5157216"/>
            <a:ext cx="2185415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1" i="0">
                <a:solidFill>
                  <a:srgbClr val="0F2B46"/>
                </a:solidFill>
                <a:latin typeface="Calibri"/>
              </a:rPr>
              <a:t>Leyenda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5477256"/>
            <a:ext cx="274320" cy="182880"/>
          </a:xfrm>
          <a:prstGeom prst="round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5431536"/>
            <a:ext cx="1783079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Persona / 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5751576"/>
            <a:ext cx="274320" cy="182880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5705856"/>
            <a:ext cx="1783079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Sistema en alcance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6025896"/>
            <a:ext cx="274320" cy="18288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5980176"/>
            <a:ext cx="1783079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Sistema externo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
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Diagrama de Despliegue — Contenedores Docker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Topología de ejecución: docker-compose + imagen multi-stage de la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PostgreSQL 16-alpine orquestado con docker-compose (puerto 5434→5432, healthcheck)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API empaquetada con Dockerfile multi-stage: maven:3.9-temurin-21 → temurin:21-jre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Persistencia de datos en el volumen postgres_data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Despliegue — Contenedores Docker de ECIWISE-TODO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docker-compose.yml + Dockerfile multi-stage · nodo único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Despliegue Docker · Junio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188720"/>
            <a:ext cx="9418320" cy="51206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261872"/>
            <a:ext cx="64008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0F2B46"/>
                </a:solidFill>
                <a:latin typeface="Calibri"/>
              </a:rPr>
              <a:t>HOST DE DESARROLLO  «device»  macOS / Docker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691640"/>
            <a:ext cx="8778240" cy="3931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8D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55648"/>
            <a:ext cx="594360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438DD5"/>
                </a:solidFill>
                <a:latin typeface="Calibri"/>
              </a:rPr>
              <a:t>RED DOCKER  «bridge»  (proyecto compose: eciwise-todo)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286000"/>
            <a:ext cx="3291840" cy="1828800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eciwise-todo (API)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«contenedor Docker» · build multi-stage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FROM maven:3.9-eclipse-temurin-21 (build) → eclipse-temurin:21-jre (runtime). java -jar app.jar · EXPOSE 8080. Config por variables: SPRING_DATASOURCE_URL, JWT_SECRET, FRONTEND_URL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286000"/>
            <a:ext cx="3291840" cy="1828800"/>
          </a:xfrm>
          <a:prstGeom prst="roundRect">
            <a:avLst/>
          </a:prstGeom>
          <a:solidFill>
            <a:srgbClr val="2E6EA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eciwise-todo-postgres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«contenedor Docker» · postgres:16-alpine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POSTGRES_DB=eciwise_todo · usuario postgres. Healthcheck: pg_isready cada 10 s. Puerto publicado 5434 → 5432</a:t>
            </a:r>
          </a:p>
        </p:txBody>
      </p:sp>
      <p:sp>
        <p:nvSpPr>
          <p:cNvPr id="11" name="Can 10"/>
          <p:cNvSpPr/>
          <p:nvPr/>
        </p:nvSpPr>
        <p:spPr>
          <a:xfrm>
            <a:off x="8229600" y="4526280"/>
            <a:ext cx="2011680" cy="1005840"/>
          </a:xfrm>
          <a:prstGeom prst="can">
            <a:avLst/>
          </a:prstGeom>
          <a:solidFill>
            <a:srgbClr val="2E6EA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postgres_data</a:t>
            </a:r>
          </a:p>
          <a:p>
            <a:pPr algn="ctr"/>
            <a:r>
              <a:rPr sz="800" b="0" i="1">
                <a:solidFill>
                  <a:srgbClr val="DDE9F5"/>
                </a:solidFill>
                <a:latin typeface="Calibri"/>
              </a:rPr>
              <a:t>«volumen Docker»</a:t>
            </a:r>
          </a:p>
          <a:p>
            <a:pPr algn="ctr"/>
            <a:r>
              <a:rPr sz="850" b="0" i="0">
                <a:solidFill>
                  <a:srgbClr val="EFF4FA"/>
                </a:solidFill>
                <a:latin typeface="Calibri"/>
              </a:rPr>
              <a:t>/var/lib/postgresql/data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526280"/>
            <a:ext cx="3291840" cy="96012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Alternativa de desarrollo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«proceso JVM local»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mvn spring-boot:run en el host, conectando a localhost:5434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468880"/>
            <a:ext cx="1783080" cy="146304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Navegador /
SPA Angular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«cliente»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http://localhost:8080/api/**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3200400"/>
            <a:ext cx="960120" cy="0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2788920"/>
            <a:ext cx="12801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HTTP
8080:8080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3200400"/>
            <a:ext cx="1234440" cy="0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2788920"/>
            <a:ext cx="123444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JDBC 5432
(red interna)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4114800"/>
            <a:ext cx="0" cy="41148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26880" y="4160520"/>
            <a:ext cx="173736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00" b="0" i="1">
                <a:solidFill>
                  <a:srgbClr val="5A5A5A"/>
                </a:solidFill>
                <a:latin typeface="Calibri"/>
              </a:rPr>
              <a:t>monta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9160" y="4114800"/>
            <a:ext cx="0" cy="411480"/>
          </a:xfrm>
          <a:prstGeom prst="line">
            <a:avLst/>
          </a:prstGeom>
          <a:ln w="1270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355080" y="3840480"/>
            <a:ext cx="1554480" cy="1143000"/>
          </a:xfrm>
          <a:prstGeom prst="line">
            <a:avLst/>
          </a:prstGeom>
          <a:ln w="1270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074920"/>
            <a:ext cx="21031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00" b="0" i="1">
                <a:solidFill>
                  <a:srgbClr val="5A5A5A"/>
                </a:solidFill>
                <a:latin typeface="Calibri"/>
              </a:rPr>
              <a:t>JDBC localhost:5434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897880"/>
            <a:ext cx="90525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  <a:latin typeface="Calibri"/>
              </a:rPr>
              <a:t>Arranque: docker compose up -d levanta PostgreSQL con healthcheck; la API aplica las migraciones Flyway (V1–V3) al iniciar y queda lista en el puerto 8080.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
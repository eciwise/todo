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Modelo C4 — Nivel 2: Contenedores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Unidades ejecutables y de almacenamiento que componen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SPA Angular, API REST Spring Boot y base de datos PostgreSQL 16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Protocolos, puertos y responsabilidades de cada contenedor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Migraciones de esquema gestionadas con Flyway al arranque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C4 · Nivel 2 — Diagrama de Contenedores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Contenedores ejecutables del sistema ECIWISE y sus protocolos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C4 Nivel 2 · Contenedores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417320"/>
            <a:ext cx="9189720" cy="4892040"/>
          </a:xfrm>
          <a:prstGeom prst="roundRect">
            <a:avLst/>
          </a:prstGeom>
          <a:noFill/>
          <a:ln w="15875">
            <a:solidFill>
              <a:srgbClr val="5A5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5989320"/>
            <a:ext cx="36576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1" i="1">
                <a:solidFill>
                  <a:srgbClr val="5A5A5A"/>
                </a:solidFill>
                <a:latin typeface="Calibri"/>
              </a:rPr>
              <a:t>ECIWISE  [frontera del sistema]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3336"/>
            <a:ext cx="1874519" cy="960120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Estudiante ECI</a:t>
            </a:r>
          </a:p>
          <a:p>
            <a:pPr algn="ctr"/>
            <a:r>
              <a:rPr sz="800" b="0" i="1">
                <a:solidFill>
                  <a:srgbClr val="CFE0F0"/>
                </a:solidFill>
                <a:latin typeface="Calibri"/>
              </a:rPr>
              <a:t>[Persona]</a:t>
            </a:r>
          </a:p>
          <a:p>
            <a:pPr algn="ctr"/>
            <a:r>
              <a:rPr sz="850" b="0" i="0">
                <a:solidFill>
                  <a:srgbClr val="E6EEF7"/>
                </a:solidFill>
                <a:latin typeface="Calibri"/>
              </a:rPr>
              <a:t>Gestiona sus tareas y su agenda</a:t>
            </a:r>
          </a:p>
        </p:txBody>
      </p:sp>
      <p:sp>
        <p:nvSpPr>
          <p:cNvPr id="8" name="Oval 7"/>
          <p:cNvSpPr/>
          <p:nvPr/>
        </p:nvSpPr>
        <p:spPr>
          <a:xfrm>
            <a:off x="1121511" y="2377440"/>
            <a:ext cx="637336" cy="637336"/>
          </a:xfrm>
          <a:prstGeom prst="ellipse">
            <a:avLst/>
          </a:prstGeom>
          <a:solidFill>
            <a:srgbClr val="08427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63240" y="2514600"/>
            <a:ext cx="2331720" cy="1554480"/>
          </a:xfrm>
          <a:prstGeom prst="roundRect">
            <a:avLst/>
          </a:prstGeom>
          <a:solidFill>
            <a:srgbClr val="438DD5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Aplicación Web SPA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[Contenedor: Angular]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UI de tareas, agenda, estadísticas y logros. Adjunta el JWT en cada petición. Puerto 4200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2743200" cy="2103120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REST ECIWISE-TODO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[Contenedor: Spring Boot 3.3 · Java 21]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Expone /api/tasks, /api/categories, /api/tags, /api/stats y /api/achievements. Seguridad stateless con filtro JWT, lógica de negocio y reglas de logros. Puerto 8080</a:t>
            </a:r>
          </a:p>
        </p:txBody>
      </p:sp>
      <p:sp>
        <p:nvSpPr>
          <p:cNvPr id="11" name="Can 10"/>
          <p:cNvSpPr/>
          <p:nvPr/>
        </p:nvSpPr>
        <p:spPr>
          <a:xfrm>
            <a:off x="9692640" y="2148840"/>
            <a:ext cx="1920240" cy="2286000"/>
          </a:xfrm>
          <a:prstGeom prst="can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Base de Datos</a:t>
            </a:r>
          </a:p>
          <a:p>
            <a:pPr algn="ctr"/>
            <a:r>
              <a:rPr sz="800" b="0" i="1">
                <a:solidFill>
                  <a:srgbClr val="DDE9F5"/>
                </a:solidFill>
                <a:latin typeface="Calibri"/>
              </a:rPr>
              <a:t>[Contenedor: PostgreSQL 16]</a:t>
            </a:r>
          </a:p>
          <a:p>
            <a:pPr algn="ctr"/>
            <a:r>
              <a:rPr sz="850" b="0" i="0">
                <a:solidFill>
                  <a:srgbClr val="EFF4FA"/>
                </a:solidFill>
                <a:latin typeface="Calibri"/>
              </a:rPr>
              <a:t>Esquema eciwise_todo: usuarios, tareas, subtareas, categorías, etiquetas, logros e historial. Puerto 5434→5432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892040"/>
            <a:ext cx="2743200" cy="1051560"/>
          </a:xfrm>
          <a:prstGeom prst="roundRect">
            <a:avLst/>
          </a:prstGeom>
          <a:solidFill>
            <a:srgbClr val="438DD5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Flyway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[Componente de arranque]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Versiona el esquema: V1 usuarios/tareas · V2 subtareas/etiquetas · V3 logros/historial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92040"/>
            <a:ext cx="2194560" cy="105156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ECIWISE Auth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[Sistema externo]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Emite el JWT firmado (HS256)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3291840"/>
            <a:ext cx="685800" cy="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57400" y="2880360"/>
            <a:ext cx="14630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Usa [HTTPS]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3291840"/>
            <a:ext cx="868680" cy="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74920" y="2788920"/>
            <a:ext cx="15544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JSON / HTTPS
Bearer JWT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06840" y="3291840"/>
            <a:ext cx="685800" cy="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32520" y="283464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JDBC
[Hibernate]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286000" y="4069080"/>
            <a:ext cx="1280160" cy="822960"/>
          </a:xfrm>
          <a:prstGeom prst="line">
            <a:avLst/>
          </a:prstGeom>
          <a:ln w="1905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4370832"/>
            <a:ext cx="155448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Obtiene JWT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560320" y="4370832"/>
            <a:ext cx="3749040" cy="768096"/>
          </a:xfrm>
          <a:prstGeom prst="line">
            <a:avLst/>
          </a:prstGeom>
          <a:ln w="1905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77639" y="4828032"/>
            <a:ext cx="23774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Valida firma con secreto compartido [HS256]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006840" y="4434840"/>
            <a:ext cx="1417320" cy="960120"/>
          </a:xfrm>
          <a:prstGeom prst="line">
            <a:avLst/>
          </a:prstGeom>
          <a:ln w="1905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98280" y="5029200"/>
            <a:ext cx="210312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DDL al arranque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35240" y="4343400"/>
            <a:ext cx="0" cy="54864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868680"/>
            <a:ext cx="2011680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905256"/>
            <a:ext cx="1865376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1" i="0">
                <a:solidFill>
                  <a:srgbClr val="0F2B46"/>
                </a:solidFill>
                <a:latin typeface="Calibri"/>
              </a:rPr>
              <a:t>Leyenda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1225296"/>
            <a:ext cx="274320" cy="182880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179576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Persona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1499616"/>
            <a:ext cx="274320" cy="182880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1453896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Contenedor principal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1773936"/>
            <a:ext cx="274320" cy="182880"/>
          </a:xfrm>
          <a:prstGeom prst="roundRect">
            <a:avLst/>
          </a:prstGeom>
          <a:solidFill>
            <a:srgbClr val="438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1728216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Contenedor / módulo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" y="2048255"/>
            <a:ext cx="274320" cy="18288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2002536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Sistema externo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
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Diagrama de Arquitectura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Arquitectura en capas del microservicio ECIWISE-TODO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Estilo: monolito modular en capas (web → servicios → persistencia)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Seguridad stateless con filtro JWT antes de la capa web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Preocupaciones transversales: errores, auditoría, CORS y migraciones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Arquitectura en Capas — ECIWISE-TODO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Flujo de una petición a través de las capas y componentes transversales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Arquitectura en capas · Junio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188720"/>
            <a:ext cx="6126480" cy="713232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Cliente — SPA Angular (ECIWISE Web App)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[Presentación · puerto 4200]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Envía JSON con cabecera Authorization: Bearer &lt;JWT&gt;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157984"/>
            <a:ext cx="6126480" cy="713232"/>
          </a:xfrm>
          <a:prstGeom prst="roundRect">
            <a:avLst/>
          </a:prstGeom>
          <a:solidFill>
            <a:srgbClr val="08427B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Seguridad — SecurityFilterChain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[config · auth]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JwtAuthenticationFilter + JwtService: valida HS256 y puebla el SecurityContext (AuthenticatedUser, rol)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3127248"/>
            <a:ext cx="6126480" cy="841248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Capa Web — Controladores REST + DTOs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[task.dto · validación Jakarta]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TaskController · CategoryController · TagController · StatsController · AchievementController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4224528"/>
            <a:ext cx="6126480" cy="841248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Capa de Servicios — Lógica de negocio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[@Service · @Transactional]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TaskService · CategoryService · TagService · StatsService · AchievementService · CurrentUserService · RecurrenceExpander · TaskMapper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5321808"/>
            <a:ext cx="6126480" cy="777240"/>
          </a:xfrm>
          <a:prstGeom prst="roundRect">
            <a:avLst/>
          </a:prstGeom>
          <a:solidFill>
            <a:srgbClr val="438DD5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Capa de Persistencia — Spring Data JPA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[Hibernate · JPA Auditing]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7 repositorios + TaskSpecifications (búsqueda dinámica) sobre entidades del dominio</a:t>
            </a:r>
          </a:p>
        </p:txBody>
      </p:sp>
      <p:sp>
        <p:nvSpPr>
          <p:cNvPr id="10" name="Can 9"/>
          <p:cNvSpPr/>
          <p:nvPr/>
        </p:nvSpPr>
        <p:spPr>
          <a:xfrm>
            <a:off x="8503920" y="5074920"/>
            <a:ext cx="1737360" cy="1325880"/>
          </a:xfrm>
          <a:prstGeom prst="can">
            <a:avLst/>
          </a:prstGeom>
          <a:solidFill>
            <a:srgbClr val="2E6EA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PostgreSQL 16</a:t>
            </a:r>
          </a:p>
          <a:p>
            <a:pPr algn="ctr"/>
            <a:r>
              <a:rPr sz="800" b="0" i="1">
                <a:solidFill>
                  <a:srgbClr val="DDE9F5"/>
                </a:solidFill>
                <a:latin typeface="Calibri"/>
              </a:rPr>
              <a:t>[eciwise_todo]</a:t>
            </a:r>
          </a:p>
          <a:p>
            <a:pPr algn="ctr"/>
            <a:r>
              <a:rPr sz="850" b="0" i="0">
                <a:solidFill>
                  <a:srgbClr val="EFF4FA"/>
                </a:solidFill>
                <a:latin typeface="Calibri"/>
              </a:rPr>
              <a:t>8 tablas versionadas con Flyway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1901952"/>
            <a:ext cx="0" cy="256032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2871216"/>
            <a:ext cx="0" cy="256032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3968496"/>
            <a:ext cx="0" cy="256032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00600" y="5065776"/>
            <a:ext cx="0" cy="256032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63840" y="5715000"/>
            <a:ext cx="640080" cy="0"/>
          </a:xfrm>
          <a:prstGeom prst="line">
            <a:avLst/>
          </a:prstGeom>
          <a:ln w="22225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0" y="5440680"/>
            <a:ext cx="6858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JDBC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188720"/>
            <a:ext cx="3200400" cy="356616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298448"/>
            <a:ext cx="2926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1" i="0">
                <a:solidFill>
                  <a:srgbClr val="0F2B46"/>
                </a:solidFill>
                <a:latin typeface="Calibri"/>
              </a:rPr>
              <a:t>COMPONENTES TRANSVERSALES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645920"/>
            <a:ext cx="2834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GlobalExceptionHandler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404 / 400 / 403 → respuesta JSON uniforme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414016"/>
            <a:ext cx="2834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JpaAuditingConfig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created_at / updated_at automáticos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182112"/>
            <a:ext cx="2834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CORS (app.cors.allowed-origins)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Orígenes del frontend configurables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3950208"/>
            <a:ext cx="2834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Flyway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Migraciones V1–V3 al arranque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863840" y="3017520"/>
            <a:ext cx="640080" cy="0"/>
          </a:xfrm>
          <a:prstGeom prst="line">
            <a:avLst/>
          </a:prstGeom>
          <a:ln w="1270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37360" y="6263640"/>
            <a:ext cx="61264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 i="1">
                <a:solidFill>
                  <a:srgbClr val="5A5A5A"/>
                </a:solidFill>
                <a:latin typeface="Calibri"/>
              </a:rPr>
              <a:t>Petición sincrónica única: sin estado de sesión en el servidor (STATELESS).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